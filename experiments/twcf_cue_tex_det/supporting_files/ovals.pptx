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94660"/>
  </p:normalViewPr>
  <p:slideViewPr>
    <p:cSldViewPr snapToGrid="0">
      <p:cViewPr varScale="1">
        <p:scale>
          <a:sx n="80" d="100"/>
          <a:sy n="80" d="100"/>
        </p:scale>
        <p:origin x="60" y="1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4E16-1458-40F5-8181-BEABC1F0EE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25C92F-55E0-4324-9DB6-745439729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DF667-AAA6-4D07-AB7F-7A2F4238C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A6D9FA-8758-49E4-A0F2-E7361DC6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4AF43-75EF-465B-A3D5-34793488E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871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4914-CF82-41C1-BC60-84B8027BE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7B5F1-DA3F-42F2-A917-D97A16A01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C87AD2-35AA-48BE-B336-E47244259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DA94B-19B2-4E35-B2E7-7C032B9A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97DB6-4881-4DF5-8B71-4B9CFB9A6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2685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CFA02-3BDE-427C-B2A4-3A3AC5E38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9BF1A-972E-4FA0-BC0A-3CC613626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D83BD1-4490-451F-947A-24811D036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3D61F-6343-4E9A-BF7D-8877B8953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1424-9FA2-4BA9-9404-F9803713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1230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BFFB-8282-444B-9514-B766BDD8B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AE2815-AE5A-442D-B8E4-B16BDF3BA0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55980C-E7A4-421A-AA6F-D8A41F587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58CD91-D0A5-4B1A-BA51-F289DF0B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18D989-B8E4-492A-978E-8A775A1A9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8F27C-A26A-41E5-8227-6DFA230D5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2329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91F4F-ED96-4B2D-B9B8-585D51566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1EBDB0-9AB0-406B-995B-61D2F186F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0F64D-A096-41D1-B880-2A24EBC49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4F6842-A79E-4667-9101-FD3617F71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48364-CBB2-4D56-A1DC-0B3AC16DD9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94CECD-FFBD-430C-B221-D49362849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BFC350-C392-4D29-8728-DE0678F64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6D95F-65B9-44A8-9226-AD98484B2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8587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420FE-2411-474C-B827-6CE8CBC6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EA77EE-495B-4714-8604-D6A930737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738E6C-D3A8-4E56-8711-6BB0C9808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CF25F0-7D71-4EEB-B30A-804A851A8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20956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23E6C-2468-4484-8976-6B449B5E1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0047FD-57B9-4936-B741-41FB92D60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5D62A9-AE2E-437A-BA40-A22C47F4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684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6DA95-6C8E-4D4A-94E8-91D1E46E2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EE85E-EDA5-42AD-8AF2-1E9171599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D2D0F7-77DE-40BF-BA86-7EA075A63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92E465-539B-4831-A7FF-19830FE0F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14AFA6-6AF8-4C88-9793-81125429A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776043-2718-497C-B9FE-7EABBECA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07310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8C8F-C14D-46E8-A07D-5D7AB696D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5CFFF8-8957-40B3-8DBF-042CBC5313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7F08DF-747F-47E8-A2CB-FF76C2A0EC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8A6BD-8066-4315-9FA5-B7ABA86DE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4A7E75-940C-4F83-81D5-577379B7F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F27A4E-D3D6-45E1-BE97-69638D59D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1762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0C9D-2B22-4110-B817-A9AFA1F1D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0E8548-9AF7-4536-B99E-AE222DE045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83B8-63FF-4D34-9FBF-645F52BAA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DC2C8-D332-4A6B-811A-03A0A6170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54AAC-5038-4CEC-9982-13EEEA8E3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7350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0F4E0B-3BAA-49C5-8BE1-07D88A26C4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D77E2-674B-438B-A0A8-581EE3265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13315-364D-4543-A9D1-DA1E4079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B9FF5-A7A2-4CA7-9DB6-26EFC1B23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06D2D-7C61-4A1D-866C-93F6F4D65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4808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008D78-3259-429F-A231-8B32CE907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F9625-66D1-44AA-BDA1-1BCB87DF2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5A1BE-EAF3-4D86-B1B8-87BAEDF4A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63B7B4-AE44-41B2-AB73-E9F1A6242CF5}" type="datetimeFigureOut">
              <a:rPr lang="en-CA" smtClean="0"/>
              <a:t>2021-07-03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D5CB0-1E72-411C-998A-20871297CE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53C7A7-3C5E-4568-9A00-BE77A54F6F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5FBDE-5477-489D-81C2-B7C765E4637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9759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5A16329-1BF5-45C3-8012-CAAFFA922206}"/>
              </a:ext>
            </a:extLst>
          </p:cNvPr>
          <p:cNvSpPr/>
          <p:nvPr/>
        </p:nvSpPr>
        <p:spPr>
          <a:xfrm>
            <a:off x="1947495" y="1213337"/>
            <a:ext cx="1080000" cy="18000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D7DE2E4-A3B4-49C2-8C79-DFF4A301C38F}"/>
              </a:ext>
            </a:extLst>
          </p:cNvPr>
          <p:cNvSpPr/>
          <p:nvPr/>
        </p:nvSpPr>
        <p:spPr>
          <a:xfrm>
            <a:off x="3723908" y="1213337"/>
            <a:ext cx="1080000" cy="1800000"/>
          </a:xfrm>
          <a:prstGeom prst="ellipse">
            <a:avLst/>
          </a:prstGeom>
          <a:noFill/>
          <a:ln w="19050" cmpd="sng">
            <a:solidFill>
              <a:srgbClr val="FF0000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80000"/>
                      <a:gd name="connsiteY0" fmla="*/ 900000 h 1800000"/>
                      <a:gd name="connsiteX1" fmla="*/ 540000 w 1080000"/>
                      <a:gd name="connsiteY1" fmla="*/ 0 h 1800000"/>
                      <a:gd name="connsiteX2" fmla="*/ 1080000 w 1080000"/>
                      <a:gd name="connsiteY2" fmla="*/ 900000 h 1800000"/>
                      <a:gd name="connsiteX3" fmla="*/ 540000 w 1080000"/>
                      <a:gd name="connsiteY3" fmla="*/ 1800000 h 1800000"/>
                      <a:gd name="connsiteX4" fmla="*/ 0 w 1080000"/>
                      <a:gd name="connsiteY4" fmla="*/ 900000 h 180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80000" h="1800000" extrusionOk="0">
                        <a:moveTo>
                          <a:pt x="0" y="900000"/>
                        </a:moveTo>
                        <a:cubicBezTo>
                          <a:pt x="-63135" y="364001"/>
                          <a:pt x="226948" y="5561"/>
                          <a:pt x="540000" y="0"/>
                        </a:cubicBezTo>
                        <a:cubicBezTo>
                          <a:pt x="901226" y="13261"/>
                          <a:pt x="1018730" y="404892"/>
                          <a:pt x="1080000" y="900000"/>
                        </a:cubicBezTo>
                        <a:cubicBezTo>
                          <a:pt x="1028759" y="1447096"/>
                          <a:pt x="825510" y="1870329"/>
                          <a:pt x="540000" y="1800000"/>
                        </a:cubicBezTo>
                        <a:cubicBezTo>
                          <a:pt x="165835" y="1758456"/>
                          <a:pt x="111165" y="1450172"/>
                          <a:pt x="0" y="9000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C1CC4D-94B3-4FF4-B3FD-0F2FBB1FF704}"/>
              </a:ext>
            </a:extLst>
          </p:cNvPr>
          <p:cNvSpPr txBox="1"/>
          <p:nvPr/>
        </p:nvSpPr>
        <p:spPr>
          <a:xfrm>
            <a:off x="2319821" y="1790170"/>
            <a:ext cx="335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solidFill>
                  <a:srgbClr val="00B050"/>
                </a:solidFill>
              </a:rPr>
              <a:t>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74CC3-CACC-4475-9A0D-D4CAECA68C74}"/>
              </a:ext>
            </a:extLst>
          </p:cNvPr>
          <p:cNvSpPr txBox="1"/>
          <p:nvPr/>
        </p:nvSpPr>
        <p:spPr>
          <a:xfrm>
            <a:off x="4064975" y="1790171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225005D-8BD8-460B-97F9-68861539076F}"/>
              </a:ext>
            </a:extLst>
          </p:cNvPr>
          <p:cNvSpPr/>
          <p:nvPr/>
        </p:nvSpPr>
        <p:spPr>
          <a:xfrm rot="5400000">
            <a:off x="6714758" y="1318112"/>
            <a:ext cx="1080000" cy="1800000"/>
          </a:xfrm>
          <a:prstGeom prst="ellipse">
            <a:avLst/>
          </a:prstGeom>
          <a:noFill/>
          <a:ln w="19050" cmpd="sng">
            <a:solidFill>
              <a:srgbClr val="FF0000"/>
            </a:solidFill>
            <a:prstDash val="lg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80000"/>
                      <a:gd name="connsiteY0" fmla="*/ 900000 h 1800000"/>
                      <a:gd name="connsiteX1" fmla="*/ 540000 w 1080000"/>
                      <a:gd name="connsiteY1" fmla="*/ 0 h 1800000"/>
                      <a:gd name="connsiteX2" fmla="*/ 1080000 w 1080000"/>
                      <a:gd name="connsiteY2" fmla="*/ 900000 h 1800000"/>
                      <a:gd name="connsiteX3" fmla="*/ 540000 w 1080000"/>
                      <a:gd name="connsiteY3" fmla="*/ 1800000 h 1800000"/>
                      <a:gd name="connsiteX4" fmla="*/ 0 w 1080000"/>
                      <a:gd name="connsiteY4" fmla="*/ 900000 h 18000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080000" h="1800000" extrusionOk="0">
                        <a:moveTo>
                          <a:pt x="0" y="900000"/>
                        </a:moveTo>
                        <a:cubicBezTo>
                          <a:pt x="-63135" y="364001"/>
                          <a:pt x="226948" y="5561"/>
                          <a:pt x="540000" y="0"/>
                        </a:cubicBezTo>
                        <a:cubicBezTo>
                          <a:pt x="901226" y="13261"/>
                          <a:pt x="1018730" y="404892"/>
                          <a:pt x="1080000" y="900000"/>
                        </a:cubicBezTo>
                        <a:cubicBezTo>
                          <a:pt x="1028759" y="1447096"/>
                          <a:pt x="825510" y="1870329"/>
                          <a:pt x="540000" y="1800000"/>
                        </a:cubicBezTo>
                        <a:cubicBezTo>
                          <a:pt x="165835" y="1758456"/>
                          <a:pt x="111165" y="1450172"/>
                          <a:pt x="0" y="90000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EBCD42-C147-43BB-A16F-43139D55157D}"/>
              </a:ext>
            </a:extLst>
          </p:cNvPr>
          <p:cNvSpPr txBox="1"/>
          <p:nvPr/>
        </p:nvSpPr>
        <p:spPr>
          <a:xfrm>
            <a:off x="7055825" y="1894946"/>
            <a:ext cx="3978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EAEDE5-AA98-491F-B2CA-A106834551B6}"/>
              </a:ext>
            </a:extLst>
          </p:cNvPr>
          <p:cNvSpPr/>
          <p:nvPr/>
        </p:nvSpPr>
        <p:spPr>
          <a:xfrm rot="5400000">
            <a:off x="9215825" y="1318112"/>
            <a:ext cx="1080000" cy="1800000"/>
          </a:xfrm>
          <a:prstGeom prst="ellipse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A73784-BE17-4C3E-A72F-81765F8FDBAF}"/>
              </a:ext>
            </a:extLst>
          </p:cNvPr>
          <p:cNvSpPr txBox="1"/>
          <p:nvPr/>
        </p:nvSpPr>
        <p:spPr>
          <a:xfrm>
            <a:off x="9588151" y="1894945"/>
            <a:ext cx="3353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600" dirty="0">
                <a:solidFill>
                  <a:srgbClr val="00B05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00667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</dc:creator>
  <cp:lastModifiedBy>Brian</cp:lastModifiedBy>
  <cp:revision>1</cp:revision>
  <dcterms:created xsi:type="dcterms:W3CDTF">2021-07-04T06:59:55Z</dcterms:created>
  <dcterms:modified xsi:type="dcterms:W3CDTF">2021-07-04T06:59:59Z</dcterms:modified>
</cp:coreProperties>
</file>